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63" r:id="rId3"/>
    <p:sldId id="266" r:id="rId4"/>
    <p:sldId id="267" r:id="rId5"/>
    <p:sldId id="265" r:id="rId6"/>
    <p:sldId id="259" r:id="rId7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567" autoAdjust="0"/>
    <p:restoredTop sz="99626" autoAdjust="0"/>
  </p:normalViewPr>
  <p:slideViewPr>
    <p:cSldViewPr>
      <p:cViewPr varScale="1">
        <p:scale>
          <a:sx n="90" d="100"/>
          <a:sy n="90" d="100"/>
        </p:scale>
        <p:origin x="204" y="3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37EDA8-41C8-4B24-A206-13C08A65A6D7}" type="datetimeFigureOut">
              <a:rPr lang="zh-TW" altLang="en-US" smtClean="0"/>
              <a:pPr/>
              <a:t>2020/10/15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FAA135-E01C-4A42-9760-5A137A0CA41F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B85509C-BD4F-47BF-9B1E-FC2E949B3621}" type="datetime1">
              <a:rPr lang="zh-TW" altLang="en-US" smtClean="0"/>
              <a:pPr/>
              <a:t>2020/10/15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4D7E63D-91F2-4366-A2C4-1B00C9E2590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99440-D9EF-40CC-9B52-F6428D9B2C76}" type="datetime1">
              <a:rPr lang="zh-TW" altLang="en-US" smtClean="0"/>
              <a:pPr/>
              <a:t>2020/10/15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1BF52-5C6C-4959-8E27-CECB68D39FE4}" type="datetime1">
              <a:rPr lang="zh-TW" altLang="en-US" smtClean="0"/>
              <a:pPr/>
              <a:t>2020/10/15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63F05-2DD9-4EB1-A827-12FD992DE9DC}" type="datetime1">
              <a:rPr lang="zh-TW" altLang="en-US" smtClean="0"/>
              <a:pPr/>
              <a:t>2020/10/15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39AF51-4491-4873-A096-75DB6CE47516}" type="datetime1">
              <a:rPr lang="zh-TW" altLang="en-US" smtClean="0"/>
              <a:pPr/>
              <a:t>2020/10/15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AD9C8-8B9E-40FF-ABE2-858AC2057BBB}" type="datetime1">
              <a:rPr lang="zh-TW" altLang="en-US" smtClean="0"/>
              <a:pPr/>
              <a:t>2020/10/15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84999-BBBE-4BE4-A8D0-877E7D1D66CC}" type="datetime1">
              <a:rPr lang="zh-TW" altLang="en-US" smtClean="0"/>
              <a:pPr/>
              <a:t>2020/10/15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D17E6-02BD-4944-B9FE-7BFCCBF83D48}" type="datetime1">
              <a:rPr lang="zh-TW" altLang="en-US" smtClean="0"/>
              <a:pPr/>
              <a:t>2020/10/15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13E23D-1FEF-4D78-A3A3-3D6F2BB31954}" type="datetime1">
              <a:rPr lang="zh-TW" altLang="en-US" smtClean="0"/>
              <a:pPr/>
              <a:t>2020/10/15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51B24-F787-4C15-8A0F-7AEC20C70069}" type="datetime1">
              <a:rPr lang="zh-TW" altLang="en-US" smtClean="0"/>
              <a:pPr/>
              <a:t>2020/10/15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0D33C-CE2B-45F1-B8D4-FFD1F131F331}" type="datetime1">
              <a:rPr lang="zh-TW" altLang="en-US" smtClean="0"/>
              <a:pPr/>
              <a:t>2020/10/15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197F35-AD6F-4594-8B50-334492D2E7E8}" type="datetime1">
              <a:rPr lang="zh-TW" altLang="en-US" smtClean="0"/>
              <a:pPr/>
              <a:t>2020/10/15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D7E63D-91F2-4366-A2C4-1B00C9E2590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peterhchen/900_React_Proj" TargetMode="Externa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peterhchen/900_React_Proj" TargetMode="Externa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peterhchen/900_React_Proj" TargetMode="Externa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peterhchen/900_Angular_Proj" TargetMode="External"/><Relationship Id="rId2" Type="http://schemas.openxmlformats.org/officeDocument/2006/relationships/hyperlink" Target="https://github.com/peterhchen/600_SVU_Database" TargetMode="Externa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2130425"/>
            <a:ext cx="9144000" cy="1470025"/>
          </a:xfrm>
          <a:solidFill>
            <a:srgbClr val="00B0F0"/>
          </a:solidFill>
        </p:spPr>
        <p:txBody>
          <a:bodyPr>
            <a:normAutofit/>
          </a:bodyPr>
          <a:lstStyle/>
          <a:p>
            <a:r>
              <a:rPr lang="en-US" altLang="zh-TW" sz="4800" b="1" dirty="0">
                <a:solidFill>
                  <a:srgbClr val="FFFF00"/>
                </a:solidFill>
              </a:rPr>
              <a:t>00 Database Syllabus</a:t>
            </a:r>
            <a:endParaRPr lang="zh-TW" altLang="en-US" sz="4800" b="1" dirty="0">
              <a:solidFill>
                <a:srgbClr val="FFFF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259632" y="4581128"/>
            <a:ext cx="6400800" cy="694928"/>
          </a:xfrm>
        </p:spPr>
        <p:txBody>
          <a:bodyPr>
            <a:normAutofit/>
          </a:bodyPr>
          <a:lstStyle/>
          <a:p>
            <a:r>
              <a:rPr lang="en-US" altLang="zh-TW" dirty="0"/>
              <a:t>Peter H. Chen</a:t>
            </a:r>
            <a:endParaRPr lang="zh-TW" altLang="en-US" dirty="0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9EDC9-19E3-47AC-9C57-C6A24DEA81AD}" type="datetime1">
              <a:rPr lang="zh-TW" altLang="en-US" smtClean="0"/>
              <a:pPr/>
              <a:t>2020/10/15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1</a:t>
            </a:fld>
            <a:endParaRPr lang="zh-TW" altLang="en-US"/>
          </a:p>
        </p:txBody>
      </p:sp>
      <p:pic>
        <p:nvPicPr>
          <p:cNvPr id="1026" name="Picture 2" descr="MongoDB in 2019: Cloud, transactions, and mobile will be on the agenda |  ZDNet">
            <a:extLst>
              <a:ext uri="{FF2B5EF4-FFF2-40B4-BE49-F238E27FC236}">
                <a16:creationId xmlns:a16="http://schemas.microsoft.com/office/drawing/2014/main" id="{A609C9C4-9DC4-4651-83AF-A2B1223997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3888" y="3715941"/>
            <a:ext cx="1876822" cy="9384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>
            <a:normAutofit/>
          </a:bodyPr>
          <a:lstStyle/>
          <a:p>
            <a:pPr algn="l"/>
            <a:r>
              <a:rPr lang="en-US" altLang="zh-TW" sz="4400" b="1">
                <a:solidFill>
                  <a:srgbClr val="FFFF00"/>
                </a:solidFill>
              </a:rPr>
              <a:t>00 Database Syllabus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467544" y="1340768"/>
            <a:ext cx="8352928" cy="720080"/>
          </a:xfrm>
          <a:ln>
            <a:solidFill>
              <a:srgbClr val="C00000"/>
            </a:solidFill>
          </a:ln>
        </p:spPr>
        <p:txBody>
          <a:bodyPr>
            <a:noAutofit/>
          </a:bodyPr>
          <a:lstStyle/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altLang="zh-TW" sz="1800" b="1" dirty="0">
                <a:solidFill>
                  <a:schemeClr val="tx1"/>
                </a:solidFill>
              </a:rPr>
              <a:t>Course Description: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i="0" dirty="0">
                <a:solidFill>
                  <a:srgbClr val="000000"/>
                </a:solidFill>
                <a:effectLst/>
              </a:rPr>
              <a:t>Familiar with SQL and NoSQL database and integrate with Django.</a:t>
            </a:r>
            <a:endParaRPr lang="en-US" altLang="zh-TW" sz="1800" b="1" dirty="0">
              <a:solidFill>
                <a:schemeClr val="tx1"/>
              </a:solidFill>
            </a:endParaRPr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0" y="764704"/>
            <a:ext cx="9144000" cy="398616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1600" dirty="0">
                <a:hlinkClick r:id="rId2"/>
              </a:rPr>
              <a:t>https://github.com/peterhchen/900_React_Proj</a:t>
            </a:r>
            <a:endParaRPr lang="en-US" altLang="zh-TW" sz="1600" b="1" i="1" dirty="0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404246"/>
          </a:xfrm>
        </p:spPr>
        <p:txBody>
          <a:bodyPr/>
          <a:lstStyle/>
          <a:p>
            <a:fld id="{A4F910E6-8D00-4BAF-8C48-9688E0B449D3}" type="datetime1">
              <a:rPr lang="zh-TW" altLang="en-US" smtClean="0"/>
              <a:pPr/>
              <a:t>2020/10/15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404246"/>
          </a:xfrm>
        </p:spPr>
        <p:txBody>
          <a:bodyPr/>
          <a:lstStyle/>
          <a:p>
            <a:fld id="{E4D7E63D-91F2-4366-A2C4-1B00C9E2590E}" type="slidenum">
              <a:rPr lang="zh-TW" altLang="en-US" smtClean="0"/>
              <a:pPr/>
              <a:t>2</a:t>
            </a:fld>
            <a:endParaRPr lang="zh-TW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>
            <a:normAutofit/>
          </a:bodyPr>
          <a:lstStyle/>
          <a:p>
            <a:pPr algn="l"/>
            <a:r>
              <a:rPr lang="en-US" altLang="zh-TW" sz="4400" b="1" dirty="0">
                <a:solidFill>
                  <a:srgbClr val="FFFF00"/>
                </a:solidFill>
              </a:rPr>
              <a:t>00 React/Angular Syllabus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467544" y="1340768"/>
            <a:ext cx="8352928" cy="4320480"/>
          </a:xfrm>
          <a:ln>
            <a:solidFill>
              <a:srgbClr val="C00000"/>
            </a:solidFill>
          </a:ln>
        </p:spPr>
        <p:txBody>
          <a:bodyPr>
            <a:noAutofit/>
          </a:bodyPr>
          <a:lstStyle/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altLang="zh-TW" sz="1800" b="1" dirty="0">
                <a:solidFill>
                  <a:schemeClr val="tx1"/>
                </a:solidFill>
              </a:rPr>
              <a:t>React Syllabus: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Part 1: Python MySQL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Section 1: Install MySQL and MySQL Workbench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Section 2: MySQL Operation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Section 3: Python to MySQL API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Part 2: Postgre Database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Section 4: Postgre and PgAdmin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Section 5: Create Table, Select, Where Clause, 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Section 6: Wildcard, Foreign Key, Inner Join, Delete Table 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Part 3: MongoDB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Section 7: Installation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Section 8: Data Model, Create DB, Drop DB, Query, Update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Section 9: Shading, Server</a:t>
            </a:r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0" y="764704"/>
            <a:ext cx="9144000" cy="398616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1600" dirty="0">
                <a:hlinkClick r:id="rId2"/>
              </a:rPr>
              <a:t>https://github.com/peterhchen/900_React_Proj</a:t>
            </a:r>
            <a:endParaRPr lang="en-US" altLang="zh-TW" sz="1600" b="1" i="1" dirty="0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404246"/>
          </a:xfrm>
        </p:spPr>
        <p:txBody>
          <a:bodyPr/>
          <a:lstStyle/>
          <a:p>
            <a:fld id="{A4F910E6-8D00-4BAF-8C48-9688E0B449D3}" type="datetime1">
              <a:rPr lang="zh-TW" altLang="en-US" smtClean="0"/>
              <a:pPr/>
              <a:t>2020/10/15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404246"/>
          </a:xfrm>
        </p:spPr>
        <p:txBody>
          <a:bodyPr/>
          <a:lstStyle/>
          <a:p>
            <a:fld id="{E4D7E63D-91F2-4366-A2C4-1B00C9E2590E}" type="slidenum">
              <a:rPr lang="zh-TW" altLang="en-US" smtClean="0"/>
              <a:pPr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56163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>
            <a:normAutofit/>
          </a:bodyPr>
          <a:lstStyle/>
          <a:p>
            <a:pPr algn="l"/>
            <a:r>
              <a:rPr lang="en-US" altLang="zh-TW" sz="4400" b="1" dirty="0">
                <a:solidFill>
                  <a:srgbClr val="FFFF00"/>
                </a:solidFill>
              </a:rPr>
              <a:t>00 React/Angular Syllabus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467544" y="1340768"/>
            <a:ext cx="8352928" cy="3024336"/>
          </a:xfrm>
          <a:ln>
            <a:solidFill>
              <a:srgbClr val="C00000"/>
            </a:solidFill>
          </a:ln>
        </p:spPr>
        <p:txBody>
          <a:bodyPr>
            <a:noAutofit/>
          </a:bodyPr>
          <a:lstStyle/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altLang="zh-TW" sz="1800" b="1" dirty="0">
                <a:solidFill>
                  <a:schemeClr val="tx1"/>
                </a:solidFill>
              </a:rPr>
              <a:t>React Syllabus: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Part 4: Python API for MongoDB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Section 10: Pymongo install, Create DB API 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Section 11: Find one, query, sort, delete, drop.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Part 5: Django Postgre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Section 12: Install Django and Django Server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Section 13: Create Django project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Section 14: Database Setup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Section 15: Migration</a:t>
            </a:r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0" y="764704"/>
            <a:ext cx="9144000" cy="398616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1600" dirty="0">
                <a:hlinkClick r:id="rId2"/>
              </a:rPr>
              <a:t>https://github.com/peterhchen/900_React_Proj</a:t>
            </a:r>
            <a:endParaRPr lang="en-US" altLang="zh-TW" sz="1600" b="1" i="1" dirty="0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404246"/>
          </a:xfrm>
        </p:spPr>
        <p:txBody>
          <a:bodyPr/>
          <a:lstStyle/>
          <a:p>
            <a:fld id="{A4F910E6-8D00-4BAF-8C48-9688E0B449D3}" type="datetime1">
              <a:rPr lang="zh-TW" altLang="en-US" smtClean="0"/>
              <a:pPr/>
              <a:t>2020/10/15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404246"/>
          </a:xfrm>
        </p:spPr>
        <p:txBody>
          <a:bodyPr/>
          <a:lstStyle/>
          <a:p>
            <a:fld id="{E4D7E63D-91F2-4366-A2C4-1B00C9E2590E}" type="slidenum">
              <a:rPr lang="zh-TW" altLang="en-US" smtClean="0"/>
              <a:pPr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758572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>
            <a:normAutofit/>
          </a:bodyPr>
          <a:lstStyle/>
          <a:p>
            <a:pPr algn="l"/>
            <a:r>
              <a:rPr lang="en-US" altLang="zh-TW" sz="4400" b="1" dirty="0">
                <a:solidFill>
                  <a:srgbClr val="FFFF00"/>
                </a:solidFill>
              </a:rPr>
              <a:t>00 React Syllabus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467544" y="1340767"/>
            <a:ext cx="8352928" cy="1728193"/>
          </a:xfrm>
          <a:ln>
            <a:solidFill>
              <a:srgbClr val="C00000"/>
            </a:solidFill>
          </a:ln>
        </p:spPr>
        <p:txBody>
          <a:bodyPr>
            <a:noAutofit/>
          </a:bodyPr>
          <a:lstStyle/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References: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  <a:effectLst/>
                <a:hlinkClick r:id="rId2"/>
              </a:rPr>
              <a:t>https://github.com/peterhchen/600_SVU_Database</a:t>
            </a:r>
            <a:endParaRPr lang="en-US" sz="1800" b="1" dirty="0">
              <a:solidFill>
                <a:schemeClr val="tx1"/>
              </a:solidFill>
              <a:effectLst/>
            </a:endParaRP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  <a:effectLst/>
              </a:rPr>
              <a:t>Textbooks: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i="0" strike="noStrike" dirty="0">
                <a:solidFill>
                  <a:schemeClr val="tx1"/>
                </a:solidFill>
                <a:effectLst/>
              </a:rPr>
              <a:t>Django 3 By Example: Build powerful and reliable Python web applications from scratch, March 31, 2020</a:t>
            </a:r>
            <a:r>
              <a:rPr lang="en-US" sz="1800" b="1" dirty="0">
                <a:solidFill>
                  <a:schemeClr val="tx1"/>
                </a:solidFill>
              </a:rPr>
              <a:t>, </a:t>
            </a:r>
            <a:r>
              <a:rPr lang="en-US" sz="1800" b="1" i="0" dirty="0">
                <a:solidFill>
                  <a:schemeClr val="tx1"/>
                </a:solidFill>
                <a:effectLst/>
              </a:rPr>
              <a:t>by </a:t>
            </a:r>
            <a:r>
              <a:rPr lang="en-US" sz="1800" b="1" dirty="0">
                <a:solidFill>
                  <a:schemeClr val="tx1"/>
                </a:solidFill>
              </a:rPr>
              <a:t>Antonio Mele (</a:t>
            </a:r>
            <a:r>
              <a:rPr lang="en-US" sz="1800" b="1" i="0" strike="noStrike" dirty="0">
                <a:solidFill>
                  <a:schemeClr val="tx1"/>
                </a:solidFill>
                <a:effectLst/>
              </a:rPr>
              <a:t>3rd Edition, </a:t>
            </a:r>
            <a:r>
              <a:rPr lang="en-US" sz="1800" b="1" i="0" strike="noStrike" dirty="0" err="1">
                <a:solidFill>
                  <a:schemeClr val="tx1"/>
                </a:solidFill>
                <a:effectLst/>
              </a:rPr>
              <a:t>Packt</a:t>
            </a:r>
            <a:r>
              <a:rPr lang="en-US" sz="1800" b="1" dirty="0">
                <a:solidFill>
                  <a:schemeClr val="tx1"/>
                </a:solidFill>
              </a:rPr>
              <a:t>)</a:t>
            </a:r>
            <a:br>
              <a:rPr lang="en-US" sz="1800" dirty="0">
                <a:solidFill>
                  <a:schemeClr val="tx1"/>
                </a:solidFill>
              </a:rPr>
            </a:br>
            <a:endParaRPr lang="en-US" sz="1800" b="1" i="0" dirty="0">
              <a:solidFill>
                <a:schemeClr val="tx1"/>
              </a:solidFill>
              <a:effectLst/>
            </a:endParaRPr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0" y="764704"/>
            <a:ext cx="9144000" cy="398616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1600" dirty="0">
                <a:hlinkClick r:id="rId3"/>
              </a:rPr>
              <a:t>https://github.com/peterhchen/900_Angular_Proj</a:t>
            </a:r>
            <a:endParaRPr lang="en-US" altLang="zh-TW" sz="1600" b="1" i="1" dirty="0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404246"/>
          </a:xfrm>
        </p:spPr>
        <p:txBody>
          <a:bodyPr/>
          <a:lstStyle/>
          <a:p>
            <a:fld id="{A4F910E6-8D00-4BAF-8C48-9688E0B449D3}" type="datetime1">
              <a:rPr lang="zh-TW" altLang="en-US" smtClean="0"/>
              <a:pPr/>
              <a:t>2020/10/15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404246"/>
          </a:xfrm>
        </p:spPr>
        <p:txBody>
          <a:bodyPr/>
          <a:lstStyle/>
          <a:p>
            <a:fld id="{E4D7E63D-91F2-4366-A2C4-1B00C9E2590E}" type="slidenum">
              <a:rPr lang="zh-TW" altLang="en-US" smtClean="0"/>
              <a:pPr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859668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2130425"/>
            <a:ext cx="9144000" cy="1470025"/>
          </a:xfr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>
            <a:normAutofit/>
          </a:bodyPr>
          <a:lstStyle/>
          <a:p>
            <a:r>
              <a:rPr lang="en-US" altLang="zh-TW" sz="6000" b="1" dirty="0">
                <a:solidFill>
                  <a:srgbClr val="FFFF00"/>
                </a:solidFill>
              </a:rPr>
              <a:t>End of Chapter</a:t>
            </a:r>
            <a:endParaRPr lang="zh-TW" altLang="en-US" sz="6000" b="1" dirty="0">
              <a:solidFill>
                <a:srgbClr val="FFFF00"/>
              </a:solidFill>
            </a:endParaRP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6BE27-E923-4EC2-B046-3272AE2A3E5C}" type="datetime1">
              <a:rPr lang="zh-TW" altLang="en-US" smtClean="0"/>
              <a:pPr/>
              <a:t>2020/10/15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6</a:t>
            </a:fld>
            <a:endParaRPr lang="zh-TW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4644</TotalTime>
  <Words>304</Words>
  <Application>Microsoft Office PowerPoint</Application>
  <PresentationFormat>On-screen Show (4:3)</PresentationFormat>
  <Paragraphs>51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Wingdings</vt:lpstr>
      <vt:lpstr>Office 佈景主題</vt:lpstr>
      <vt:lpstr>00 Database Syllabus</vt:lpstr>
      <vt:lpstr>00 Database Syllabus</vt:lpstr>
      <vt:lpstr>00 React/Angular Syllabus</vt:lpstr>
      <vt:lpstr>00 React/Angular Syllabus</vt:lpstr>
      <vt:lpstr>00 React Syllabus</vt:lpstr>
      <vt:lpstr>End of Chapter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Node JS</dc:title>
  <dc:creator>USER</dc:creator>
  <cp:lastModifiedBy>14088587657</cp:lastModifiedBy>
  <cp:revision>1689</cp:revision>
  <dcterms:created xsi:type="dcterms:W3CDTF">2018-09-28T16:40:41Z</dcterms:created>
  <dcterms:modified xsi:type="dcterms:W3CDTF">2020-10-16T01:56:31Z</dcterms:modified>
</cp:coreProperties>
</file>